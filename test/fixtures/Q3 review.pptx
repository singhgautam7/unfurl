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reflow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is 30-day retention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Unfurl team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Reader mode for PDF</a:t>
            </a:r>
          </a:p>
          <a:p>
            <a:r>
              <a:t>Four reading themes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Reader retention, 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30-day retention up 6 points</a:t>
            </a:r>
          </a:p>
          <a:p>
            <a:r>
              <a:t>Reflow used in 41% of PDF sessions</a:t>
            </a:r>
          </a:p>
          <a:p>
            <a:r>
              <a:t>Read aloud mostly on commutes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Tablet layouts</a:t>
            </a:r>
          </a:p>
          <a:p>
            <a:r>
              <a:t>Faster large-file opening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